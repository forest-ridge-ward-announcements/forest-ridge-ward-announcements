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1" r:id="rId4"/>
    <p:sldId id="257" r:id="rId5"/>
    <p:sldId id="264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 Emler" userId="d7ad607c459f9042" providerId="LiveId" clId="{EB07A9B2-3D2E-4B01-87CD-3E1B255B7E55}"/>
    <pc:docChg chg="custSel addSld delSld modSld sldOrd">
      <pc:chgData name="Kyle Emler" userId="d7ad607c459f9042" providerId="LiveId" clId="{EB07A9B2-3D2E-4B01-87CD-3E1B255B7E55}" dt="2026-09-27T05:35:41.778" v="9" actId="47"/>
      <pc:docMkLst>
        <pc:docMk/>
      </pc:docMkLst>
      <pc:sldChg chg="delSp modSp mod ord">
        <pc:chgData name="Kyle Emler" userId="d7ad607c459f9042" providerId="LiveId" clId="{EB07A9B2-3D2E-4B01-87CD-3E1B255B7E55}" dt="2026-09-27T05:33:22.929" v="8" actId="26606"/>
        <pc:sldMkLst>
          <pc:docMk/>
          <pc:sldMk cId="0" sldId="257"/>
        </pc:sldMkLst>
        <pc:spChg chg="mod">
          <ac:chgData name="Kyle Emler" userId="d7ad607c459f9042" providerId="LiveId" clId="{EB07A9B2-3D2E-4B01-87CD-3E1B255B7E55}" dt="2026-09-20T02:38:35.617" v="0" actId="26606"/>
          <ac:spMkLst>
            <pc:docMk/>
            <pc:sldMk cId="0" sldId="257"/>
            <ac:spMk id="7" creationId="{00000000-0000-0000-0000-000000000000}"/>
          </ac:spMkLst>
        </pc:spChg>
        <pc:spChg chg="mod">
          <ac:chgData name="Kyle Emler" userId="d7ad607c459f9042" providerId="LiveId" clId="{EB07A9B2-3D2E-4B01-87CD-3E1B255B7E55}" dt="2026-09-20T02:38:35.617" v="0" actId="2660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Kyle Emler" userId="d7ad607c459f9042" providerId="LiveId" clId="{EB07A9B2-3D2E-4B01-87CD-3E1B255B7E55}" dt="2026-09-20T02:38:35.617" v="0" actId="2660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Kyle Emler" userId="d7ad607c459f9042" providerId="LiveId" clId="{EB07A9B2-3D2E-4B01-87CD-3E1B255B7E55}" dt="2026-09-27T05:33:22.929" v="8" actId="2660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Kyle Emler" userId="d7ad607c459f9042" providerId="LiveId" clId="{EB07A9B2-3D2E-4B01-87CD-3E1B255B7E55}" dt="2026-09-20T02:38:35.617" v="0" actId="26606"/>
          <ac:spMkLst>
            <pc:docMk/>
            <pc:sldMk cId="0" sldId="257"/>
            <ac:spMk id="16" creationId="{00000000-0000-0000-0000-000000000000}"/>
          </ac:spMkLst>
        </pc:spChg>
      </pc:sldChg>
      <pc:sldChg chg="modSp mod ord">
        <pc:chgData name="Kyle Emler" userId="d7ad607c459f9042" providerId="LiveId" clId="{EB07A9B2-3D2E-4B01-87CD-3E1B255B7E55}" dt="2026-09-27T05:33:22.929" v="8" actId="26606"/>
        <pc:sldMkLst>
          <pc:docMk/>
          <pc:sldMk cId="0" sldId="258"/>
        </pc:sldMkLst>
        <pc:spChg chg="mod">
          <ac:chgData name="Kyle Emler" userId="d7ad607c459f9042" providerId="LiveId" clId="{EB07A9B2-3D2E-4B01-87CD-3E1B255B7E55}" dt="2026-09-27T05:33:22.929" v="8" actId="26606"/>
          <ac:spMkLst>
            <pc:docMk/>
            <pc:sldMk cId="0" sldId="258"/>
            <ac:spMk id="11" creationId="{00000000-0000-0000-0000-000000000000}"/>
          </ac:spMkLst>
        </pc:spChg>
      </pc:sldChg>
      <pc:sldChg chg="modSp del mod">
        <pc:chgData name="Kyle Emler" userId="d7ad607c459f9042" providerId="LiveId" clId="{EB07A9B2-3D2E-4B01-87CD-3E1B255B7E55}" dt="2026-09-27T05:22:28.768" v="3" actId="47"/>
        <pc:sldMkLst>
          <pc:docMk/>
          <pc:sldMk cId="0" sldId="260"/>
        </pc:sldMkLst>
      </pc:sldChg>
      <pc:sldChg chg="modSp mod">
        <pc:chgData name="Kyle Emler" userId="d7ad607c459f9042" providerId="LiveId" clId="{EB07A9B2-3D2E-4B01-87CD-3E1B255B7E55}" dt="2026-09-27T05:33:22.929" v="8" actId="26606"/>
        <pc:sldMkLst>
          <pc:docMk/>
          <pc:sldMk cId="0" sldId="261"/>
        </pc:sldMkLst>
        <pc:spChg chg="mod">
          <ac:chgData name="Kyle Emler" userId="d7ad607c459f9042" providerId="LiveId" clId="{EB07A9B2-3D2E-4B01-87CD-3E1B255B7E55}" dt="2026-09-27T05:27:01.327" v="5" actId="26606"/>
          <ac:spMkLst>
            <pc:docMk/>
            <pc:sldMk cId="0" sldId="261"/>
            <ac:spMk id="6" creationId="{00000000-0000-0000-0000-000000000000}"/>
          </ac:spMkLst>
        </pc:spChg>
        <pc:spChg chg="mod">
          <ac:chgData name="Kyle Emler" userId="d7ad607c459f9042" providerId="LiveId" clId="{EB07A9B2-3D2E-4B01-87CD-3E1B255B7E55}" dt="2026-09-27T05:27:18.721" v="6" actId="26606"/>
          <ac:spMkLst>
            <pc:docMk/>
            <pc:sldMk cId="0" sldId="261"/>
            <ac:spMk id="7" creationId="{00000000-0000-0000-0000-000000000000}"/>
          </ac:spMkLst>
        </pc:spChg>
        <pc:spChg chg="mod">
          <ac:chgData name="Kyle Emler" userId="d7ad607c459f9042" providerId="LiveId" clId="{EB07A9B2-3D2E-4B01-87CD-3E1B255B7E55}" dt="2026-09-27T05:27:01.327" v="5" actId="2660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Kyle Emler" userId="d7ad607c459f9042" providerId="LiveId" clId="{EB07A9B2-3D2E-4B01-87CD-3E1B255B7E55}" dt="2026-09-27T05:27:01.327" v="5" actId="2660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Kyle Emler" userId="d7ad607c459f9042" providerId="LiveId" clId="{EB07A9B2-3D2E-4B01-87CD-3E1B255B7E55}" dt="2026-09-27T05:33:22.929" v="8" actId="26606"/>
          <ac:spMkLst>
            <pc:docMk/>
            <pc:sldMk cId="0" sldId="261"/>
            <ac:spMk id="13" creationId="{00000000-0000-0000-0000-000000000000}"/>
          </ac:spMkLst>
        </pc:spChg>
      </pc:sldChg>
      <pc:sldChg chg="modSp add del mod ord">
        <pc:chgData name="Kyle Emler" userId="d7ad607c459f9042" providerId="LiveId" clId="{EB07A9B2-3D2E-4B01-87CD-3E1B255B7E55}" dt="2026-09-27T05:27:42.011" v="7" actId="26606"/>
        <pc:sldMkLst>
          <pc:docMk/>
          <pc:sldMk cId="0" sldId="264"/>
        </pc:sldMkLst>
      </pc:sldChg>
      <pc:sldChg chg="add del">
        <pc:chgData name="Kyle Emler" userId="d7ad607c459f9042" providerId="LiveId" clId="{EB07A9B2-3D2E-4B01-87CD-3E1B255B7E55}" dt="2026-09-27T05:35:41.778" v="9" actId="4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3154680"/>
            <a:ext cx="10360152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960120"/>
            <a:ext cx="10360152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87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926080" y="-3291840"/>
            <a:ext cx="8686800" cy="8686800"/>
          </a:xfrm>
          <a:prstGeom prst="ellipse">
            <a:avLst/>
          </a:prstGeom>
          <a:solidFill>
            <a:srgbClr val="13315C">
              <a:alpha val="55000"/>
            </a:srgbClr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Wash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3108960"/>
            <a:ext cx="7680960" cy="7680960"/>
          </a:xfrm>
          <a:prstGeom prst="ellipse">
            <a:avLst/>
          </a:prstGeom>
          <a:solidFill>
            <a:srgbClr val="2E5A94">
              <a:alpha val="22000"/>
            </a:srgbClr>
          </a:solidFill>
          <a:ln w="12700">
            <a:solidFill>
              <a:srgbClr val="2E5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Wash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0" y="-2103120"/>
            <a:ext cx="5120640" cy="5120640"/>
          </a:xfrm>
          <a:prstGeom prst="ellipse">
            <a:avLst/>
          </a:prstGeom>
          <a:solidFill>
            <a:srgbClr val="13315C">
              <a:alpha val="45000"/>
            </a:srgbClr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airlin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0B2545">
              <a:alpha val="0"/>
            </a:srgbClr>
          </a:solidFill>
          <a:ln w="9525">
            <a:solidFill>
              <a:srgbClr val="8FB3DE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78408" y="22402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kern="0" spc="700" dirty="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WELCOME</a:t>
            </a:r>
            <a:endParaRPr lang="en-US" sz="30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3154680"/>
            <a:ext cx="103601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 Ridge Ward Announcements</a:t>
            </a:r>
            <a:endParaRPr lang="en-US" sz="6200" dirty="0"/>
          </a:p>
        </p:txBody>
      </p:sp>
    </p:spTree>
  </p:cSld>
  <p:clrMapOvr>
    <a:masterClrMapping/>
  </p:clrMapOvr>
  <p:transition spd="slow" advClick="0" advTm="8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926080" y="-3291840"/>
            <a:ext cx="8686800" cy="8686800"/>
          </a:xfrm>
          <a:prstGeom prst="ellipse">
            <a:avLst/>
          </a:prstGeom>
          <a:solidFill>
            <a:srgbClr val="13315C">
              <a:alpha val="55000"/>
            </a:srgbClr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Wash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3108960"/>
            <a:ext cx="7680960" cy="7680960"/>
          </a:xfrm>
          <a:prstGeom prst="ellipse">
            <a:avLst/>
          </a:prstGeom>
          <a:solidFill>
            <a:srgbClr val="2E5A94">
              <a:alpha val="22000"/>
            </a:srgbClr>
          </a:solidFill>
          <a:ln w="12700">
            <a:solidFill>
              <a:srgbClr val="2E5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Wash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0" y="-2103120"/>
            <a:ext cx="5120640" cy="5120640"/>
          </a:xfrm>
          <a:prstGeom prst="ellipse">
            <a:avLst/>
          </a:prstGeom>
          <a:solidFill>
            <a:srgbClr val="13315C">
              <a:alpha val="45000"/>
            </a:srgbClr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airlin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0B2545">
              <a:alpha val="0"/>
            </a:srgbClr>
          </a:solidFill>
          <a:ln w="9525">
            <a:solidFill>
              <a:srgbClr val="8FB3DE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4754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50" dirty="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RELIEF  SOCIETY</a:t>
            </a:r>
            <a:endParaRPr lang="en-US" sz="26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960120"/>
            <a:ext cx="10360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Relief Society Campout</a:t>
            </a:r>
            <a:endParaRPr lang="en-US" sz="5000" dirty="0"/>
          </a:p>
        </p:txBody>
      </p:sp>
      <p:sp>
        <p:nvSpPr>
          <p:cNvPr id="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240280"/>
            <a:ext cx="1097280" cy="41148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v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697480"/>
            <a:ext cx="10360152" cy="2697480"/>
          </a:xfrm>
          <a:prstGeom prst="rect">
            <a:avLst/>
          </a:prstGeom>
          <a:solidFill>
            <a:srgbClr val="13315C">
              <a:alpha val="75000"/>
            </a:srgbClr>
          </a:solidFill>
          <a:ln w="9525">
            <a:solidFill>
              <a:srgbClr val="8FB3D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697480"/>
            <a:ext cx="82296" cy="2697480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71600" y="2971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October 9 – 10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371600" y="38404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Camp Thunder Ridge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457200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32701 E 660 Rd, Chouteau, OK 74337</a:t>
            </a:r>
            <a:endParaRPr lang="en-US" sz="3000" dirty="0"/>
          </a:p>
        </p:txBody>
      </p:sp>
      <p:sp>
        <p:nvSpPr>
          <p:cNvPr id="1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5897880"/>
            <a:ext cx="1005840" cy="36576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59893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FOREST RIDGE WARD</a:t>
            </a:r>
            <a:endParaRPr lang="en-US" sz="2400" dirty="0"/>
          </a:p>
        </p:txBody>
      </p:sp>
    </p:spTree>
  </p:cSld>
  <p:clrMapOvr>
    <a:masterClrMapping/>
  </p:clrMapOvr>
  <p:transition spd="slow" advClick="0" advTm="12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926080" y="-3291840"/>
            <a:ext cx="8686800" cy="8686800"/>
          </a:xfrm>
          <a:prstGeom prst="ellipse">
            <a:avLst/>
          </a:prstGeom>
          <a:solidFill>
            <a:srgbClr val="13315C">
              <a:alpha val="55000"/>
            </a:srgbClr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Wash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3108960"/>
            <a:ext cx="7680960" cy="7680960"/>
          </a:xfrm>
          <a:prstGeom prst="ellipse">
            <a:avLst/>
          </a:prstGeom>
          <a:solidFill>
            <a:srgbClr val="2E5A94">
              <a:alpha val="22000"/>
            </a:srgbClr>
          </a:solidFill>
          <a:ln w="12700">
            <a:solidFill>
              <a:srgbClr val="2E5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Wash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0" y="-2103120"/>
            <a:ext cx="5120640" cy="5120640"/>
          </a:xfrm>
          <a:prstGeom prst="ellipse">
            <a:avLst/>
          </a:prstGeom>
          <a:solidFill>
            <a:srgbClr val="13315C">
              <a:alpha val="45000"/>
            </a:srgbClr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airlin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0B2545">
              <a:alpha val="0"/>
            </a:srgbClr>
          </a:solidFill>
          <a:ln w="9525">
            <a:solidFill>
              <a:srgbClr val="8FB3DE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4754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5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YOUNG  SINGLE  ADULTS</a:t>
            </a:r>
            <a:endParaRPr lang="en-US" sz="26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960120"/>
            <a:ext cx="10360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Adult Fireside</a:t>
            </a:r>
            <a:endParaRPr lang="en-US" sz="5000" dirty="0"/>
          </a:p>
        </p:txBody>
      </p:sp>
      <p:sp>
        <p:nvSpPr>
          <p:cNvPr id="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240280"/>
            <a:ext cx="1097280" cy="41148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v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697480"/>
            <a:ext cx="10360152" cy="2697480"/>
          </a:xfrm>
          <a:prstGeom prst="rect">
            <a:avLst/>
          </a:prstGeom>
          <a:solidFill>
            <a:srgbClr val="13315C">
              <a:alpha val="75000"/>
            </a:srgbClr>
          </a:solidFill>
          <a:ln w="9525">
            <a:solidFill>
              <a:srgbClr val="8FB3D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697480"/>
            <a:ext cx="82296" cy="2697480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October 18 — 6:30 PM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371600" y="38404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Owasso Building</a:t>
            </a:r>
            <a:endParaRPr lang="en-US" sz="3600" dirty="0"/>
          </a:p>
        </p:txBody>
      </p:sp>
      <p:sp>
        <p:nvSpPr>
          <p:cNvPr id="13" name="Text 1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71600" y="457200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Tacos provided; bring sides and desserts</a:t>
            </a:r>
            <a:endParaRPr lang="en-US" sz="3000" dirty="0"/>
          </a:p>
        </p:txBody>
      </p:sp>
      <p:sp>
        <p:nvSpPr>
          <p:cNvPr id="1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5897880"/>
            <a:ext cx="1005840" cy="36576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59893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FOREST RIDGE WARD</a:t>
            </a:r>
            <a:endParaRPr lang="en-US" sz="2400" dirty="0"/>
          </a:p>
        </p:txBody>
      </p:sp>
    </p:spTree>
  </p:cSld>
  <p:clrMapOvr>
    <a:masterClrMapping/>
  </p:clrMapOvr>
  <p:transition spd="slow" advClick="0" advTm="12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926080" y="-3291840"/>
            <a:ext cx="8686800" cy="8686800"/>
          </a:xfrm>
          <a:prstGeom prst="ellipse">
            <a:avLst/>
          </a:prstGeom>
          <a:solidFill>
            <a:srgbClr val="13315C">
              <a:alpha val="55000"/>
            </a:srgbClr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Wash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3108960"/>
            <a:ext cx="7680960" cy="7680960"/>
          </a:xfrm>
          <a:prstGeom prst="ellipse">
            <a:avLst/>
          </a:prstGeom>
          <a:solidFill>
            <a:srgbClr val="2E5A94">
              <a:alpha val="22000"/>
            </a:srgbClr>
          </a:solidFill>
          <a:ln w="12700">
            <a:solidFill>
              <a:srgbClr val="2E5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Wash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0" y="-2103120"/>
            <a:ext cx="5120640" cy="5120640"/>
          </a:xfrm>
          <a:prstGeom prst="ellipse">
            <a:avLst/>
          </a:prstGeom>
          <a:solidFill>
            <a:srgbClr val="13315C">
              <a:alpha val="45000"/>
            </a:srgbClr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airlin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0B2545">
              <a:alpha val="0"/>
            </a:srgbClr>
          </a:solidFill>
          <a:ln w="9525">
            <a:solidFill>
              <a:srgbClr val="8FB3DE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4754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50" dirty="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TEMPLE  WORSHIP</a:t>
            </a:r>
            <a:endParaRPr lang="en-US" sz="26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960120"/>
            <a:ext cx="10360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Ward Temple </a:t>
            </a:r>
            <a:r>
              <a:rPr lang="en-US" sz="5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</a:t>
            </a:r>
            <a:endParaRPr lang="en-US" sz="5000" dirty="0"/>
          </a:p>
        </p:txBody>
      </p:sp>
      <p:sp>
        <p:nvSpPr>
          <p:cNvPr id="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194560"/>
            <a:ext cx="1097280" cy="41148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ri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487168"/>
            <a:ext cx="5943600" cy="1554480"/>
          </a:xfrm>
          <a:prstGeom prst="rect">
            <a:avLst/>
          </a:prstGeom>
          <a:solidFill>
            <a:srgbClr val="13315C">
              <a:alpha val="75000"/>
            </a:srgbClr>
          </a:solidFill>
          <a:ln w="9525">
            <a:solidFill>
              <a:srgbClr val="8FB3D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487168"/>
            <a:ext cx="82296" cy="1554480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25880" y="2633472"/>
            <a:ext cx="5486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October 24 — 10:00 AM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325880" y="3419856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Oklahoma City Temple</a:t>
            </a:r>
            <a:endParaRPr lang="en-US" sz="2800" dirty="0"/>
          </a:p>
        </p:txBody>
      </p:sp>
      <p:sp>
        <p:nvSpPr>
          <p:cNvPr id="17" name="Q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80960" y="2377440"/>
            <a:ext cx="3108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2286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0" descr="QR code linking to the ward temple appointment scheduling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2578608"/>
            <a:ext cx="2706624" cy="270662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040880" y="550468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Scan to schedule</a:t>
            </a:r>
            <a:endParaRPr lang="en-US" sz="2400" dirty="0"/>
          </a:p>
        </p:txBody>
      </p:sp>
      <p:sp>
        <p:nvSpPr>
          <p:cNvPr id="20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5897880"/>
            <a:ext cx="1005840" cy="36576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14400" y="59893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FOREST RIDGE WARD</a:t>
            </a:r>
            <a:endParaRPr lang="en-US" sz="2400" dirty="0"/>
          </a:p>
        </p:txBody>
      </p:sp>
    </p:spTree>
  </p:cSld>
  <p:clrMapOvr>
    <a:masterClrMapping/>
  </p:clrMapOvr>
  <p:transition spd="slow" advClick="0" advTm="12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926080" y="-3291840"/>
            <a:ext cx="8686800" cy="8686800"/>
          </a:xfrm>
          <a:prstGeom prst="ellipse">
            <a:avLst/>
          </a:prstGeom>
          <a:solidFill>
            <a:srgbClr val="13315C">
              <a:alpha val="55000"/>
            </a:srgbClr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Wash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3108960"/>
            <a:ext cx="7680960" cy="7680960"/>
          </a:xfrm>
          <a:prstGeom prst="ellipse">
            <a:avLst/>
          </a:prstGeom>
          <a:solidFill>
            <a:srgbClr val="2E5A94">
              <a:alpha val="22000"/>
            </a:srgbClr>
          </a:solidFill>
          <a:ln w="12700">
            <a:solidFill>
              <a:srgbClr val="2E5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Wash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0" y="-2103120"/>
            <a:ext cx="5120640" cy="5120640"/>
          </a:xfrm>
          <a:prstGeom prst="ellipse">
            <a:avLst/>
          </a:prstGeom>
          <a:solidFill>
            <a:srgbClr val="13315C">
              <a:alpha val="45000"/>
            </a:srgbClr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airlin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0B2545">
              <a:alpha val="0"/>
            </a:srgbClr>
          </a:solidFill>
          <a:ln w="9525">
            <a:solidFill>
              <a:srgbClr val="8FB3DE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4754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5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SERVICE</a:t>
            </a:r>
            <a:endParaRPr lang="en-US" sz="260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960120"/>
            <a:ext cx="10360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 Our Missionaries</a:t>
            </a:r>
            <a:endParaRPr lang="en-US" sz="5000"/>
          </a:p>
        </p:txBody>
      </p:sp>
      <p:sp>
        <p:nvSpPr>
          <p:cNvPr id="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240280"/>
            <a:ext cx="1097280" cy="41148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v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697480"/>
            <a:ext cx="10360152" cy="2697480"/>
          </a:xfrm>
          <a:prstGeom prst="rect">
            <a:avLst/>
          </a:prstGeom>
          <a:solidFill>
            <a:srgbClr val="13315C">
              <a:alpha val="75000"/>
            </a:srgbClr>
          </a:solidFill>
          <a:ln w="9525">
            <a:solidFill>
              <a:srgbClr val="8FB3D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697480"/>
            <a:ext cx="82296" cy="2697480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Sister Hulsey</a:t>
            </a:r>
            <a:endParaRPr lang="en-US" sz="4400"/>
          </a:p>
        </p:txBody>
      </p:sp>
      <p:sp>
        <p:nvSpPr>
          <p:cNvPr id="12" name="Text 10"/>
          <p:cNvSpPr/>
          <p:nvPr/>
        </p:nvSpPr>
        <p:spPr>
          <a:xfrm>
            <a:off x="1371600" y="38404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918-706-3296</a:t>
            </a:r>
            <a:endParaRPr lang="en-US" sz="3600"/>
          </a:p>
        </p:txBody>
      </p:sp>
      <p:sp>
        <p:nvSpPr>
          <p:cNvPr id="13" name="Text 11"/>
          <p:cNvSpPr/>
          <p:nvPr/>
        </p:nvSpPr>
        <p:spPr>
          <a:xfrm>
            <a:off x="1371600" y="457200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Call or text to sign up</a:t>
            </a:r>
            <a:endParaRPr lang="en-US" sz="3000"/>
          </a:p>
        </p:txBody>
      </p:sp>
      <p:sp>
        <p:nvSpPr>
          <p:cNvPr id="1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5897880"/>
            <a:ext cx="1005840" cy="36576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59893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kern="0" spc="20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FOREST RIDGE WARD</a:t>
            </a:r>
            <a:endParaRPr lang="en-US" sz="2400"/>
          </a:p>
        </p:txBody>
      </p:sp>
    </p:spTree>
  </p:cSld>
  <p:clrMapOvr>
    <a:masterClrMapping/>
  </p:clrMapOvr>
  <p:transition spd="slow" advClick="0" advTm="12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926080" y="-3291840"/>
            <a:ext cx="8686800" cy="8686800"/>
          </a:xfrm>
          <a:prstGeom prst="ellipse">
            <a:avLst/>
          </a:prstGeom>
          <a:solidFill>
            <a:srgbClr val="13315C">
              <a:alpha val="55000"/>
            </a:srgbClr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Wash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3108960"/>
            <a:ext cx="7680960" cy="7680960"/>
          </a:xfrm>
          <a:prstGeom prst="ellipse">
            <a:avLst/>
          </a:prstGeom>
          <a:solidFill>
            <a:srgbClr val="2E5A94">
              <a:alpha val="22000"/>
            </a:srgbClr>
          </a:solidFill>
          <a:ln w="12700">
            <a:solidFill>
              <a:srgbClr val="2E5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Wash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0" y="-2103120"/>
            <a:ext cx="5120640" cy="5120640"/>
          </a:xfrm>
          <a:prstGeom prst="ellipse">
            <a:avLst/>
          </a:prstGeom>
          <a:solidFill>
            <a:srgbClr val="13315C">
              <a:alpha val="45000"/>
            </a:srgbClr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airlin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0B2545">
              <a:alpha val="0"/>
            </a:srgbClr>
          </a:solidFill>
          <a:ln w="9525">
            <a:solidFill>
              <a:srgbClr val="8FB3DE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47548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350" dirty="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SUBMIT  AN  ANNOUNCEMENT</a:t>
            </a:r>
            <a:endParaRPr lang="en-US" sz="26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960120"/>
            <a:ext cx="10360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Have an Announcement to Add?</a:t>
            </a:r>
            <a:endParaRPr lang="en-US" sz="4600" dirty="0"/>
          </a:p>
        </p:txBody>
      </p:sp>
      <p:sp>
        <p:nvSpPr>
          <p:cNvPr id="8" name="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240280"/>
            <a:ext cx="1097280" cy="41148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Eve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697480"/>
            <a:ext cx="10360152" cy="2697480"/>
          </a:xfrm>
          <a:prstGeom prst="rect">
            <a:avLst/>
          </a:prstGeom>
          <a:solidFill>
            <a:srgbClr val="13315C">
              <a:alpha val="75000"/>
            </a:srgbClr>
          </a:solidFill>
          <a:ln w="9525">
            <a:solidFill>
              <a:srgbClr val="8FB3D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697480"/>
            <a:ext cx="82296" cy="2697480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Kyle Emler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371600" y="38404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918-869-3508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457200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kyleemler@gmail.com</a:t>
            </a:r>
            <a:endParaRPr lang="en-US" sz="3000" dirty="0"/>
          </a:p>
        </p:txBody>
      </p:sp>
      <p:sp>
        <p:nvSpPr>
          <p:cNvPr id="14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5897880"/>
            <a:ext cx="1005840" cy="36576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59893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FOREST RIDGE WARD</a:t>
            </a:r>
            <a:endParaRPr lang="en-US" sz="2400" dirty="0"/>
          </a:p>
        </p:txBody>
      </p:sp>
    </p:spTree>
  </p:cSld>
  <p:clrMapOvr>
    <a:masterClrMapping/>
  </p:clrMapOvr>
  <p:transition spd="slow" advClick="0" advTm="12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926080" y="-3291840"/>
            <a:ext cx="8686800" cy="8686800"/>
          </a:xfrm>
          <a:prstGeom prst="ellipse">
            <a:avLst/>
          </a:prstGeom>
          <a:solidFill>
            <a:srgbClr val="13315C">
              <a:alpha val="55000"/>
            </a:srgbClr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Wash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3108960"/>
            <a:ext cx="7680960" cy="7680960"/>
          </a:xfrm>
          <a:prstGeom prst="ellipse">
            <a:avLst/>
          </a:prstGeom>
          <a:solidFill>
            <a:srgbClr val="2E5A94">
              <a:alpha val="22000"/>
            </a:srgbClr>
          </a:solidFill>
          <a:ln w="12700">
            <a:solidFill>
              <a:srgbClr val="2E5A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Wash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78240" y="-2103120"/>
            <a:ext cx="5120640" cy="5120640"/>
          </a:xfrm>
          <a:prstGeom prst="ellipse">
            <a:avLst/>
          </a:prstGeom>
          <a:solidFill>
            <a:srgbClr val="13315C">
              <a:alpha val="45000"/>
            </a:srgbClr>
          </a:solidFill>
          <a:ln w="12700">
            <a:solidFill>
              <a:srgbClr val="1331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airline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solidFill>
            <a:srgbClr val="0B2545">
              <a:alpha val="0"/>
            </a:srgbClr>
          </a:solidFill>
          <a:ln w="9525">
            <a:solidFill>
              <a:srgbClr val="8FB3DE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5029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600" dirty="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STAY  CONNECTED</a:t>
            </a:r>
            <a:endParaRPr lang="en-US" sz="26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960120"/>
            <a:ext cx="103601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Ward Announcements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Scan for every announcement in one place</a:t>
            </a:r>
            <a:endParaRPr lang="en-US" sz="3200" dirty="0"/>
          </a:p>
        </p:txBody>
      </p:sp>
      <p:sp>
        <p:nvSpPr>
          <p:cNvPr id="9" name="Q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90288" y="2697480"/>
            <a:ext cx="30175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blurRad="2286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QR code linking to the Forest Ridge Ward announcements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2898648"/>
            <a:ext cx="2615184" cy="2615184"/>
          </a:xfrm>
          <a:prstGeom prst="rect">
            <a:avLst/>
          </a:prstGeom>
        </p:spPr>
      </p:pic>
      <p:sp>
        <p:nvSpPr>
          <p:cNvPr id="11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5897880"/>
            <a:ext cx="1005840" cy="36576"/>
          </a:xfrm>
          <a:prstGeom prst="rect">
            <a:avLst/>
          </a:prstGeom>
          <a:solidFill>
            <a:srgbClr val="8FB3D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4400" y="59893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kern="0" spc="200" dirty="0">
                <a:solidFill>
                  <a:srgbClr val="8FB3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FOREST RIDGE WARD</a:t>
            </a:r>
            <a:endParaRPr lang="en-US" sz="2400" dirty="0"/>
          </a:p>
        </p:txBody>
      </p:sp>
    </p:spTree>
  </p:cSld>
  <p:clrMapOvr>
    <a:masterClrMapping/>
  </p:clrMapOvr>
  <p:transition spd="slow" advClick="0" advTm="12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128</Words>
  <Application>Microsoft Office PowerPoint</Application>
  <PresentationFormat>Widescreen</PresentationFormat>
  <Paragraphs>42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Georgia</vt:lpstr>
      <vt:lpstr>Gill Sans MT</vt:lpstr>
      <vt:lpstr>Office Theme</vt:lpstr>
      <vt:lpstr>Forest Ridge Ward Announcements</vt:lpstr>
      <vt:lpstr>Relief Society Campout</vt:lpstr>
      <vt:lpstr>Single Adult Fireside</vt:lpstr>
      <vt:lpstr>Ward Temple Trip</vt:lpstr>
      <vt:lpstr>Feed Our Missionaries</vt:lpstr>
      <vt:lpstr>Have an Announcement to Add?</vt:lpstr>
      <vt:lpstr>All Ward Announcements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Emler</dc:creator>
  <cp:lastModifiedBy>Kyle Emler</cp:lastModifiedBy>
  <cp:revision>1</cp:revision>
  <dcterms:created xsi:type="dcterms:W3CDTF">2026-09-13T03:01:49Z</dcterms:created>
  <dcterms:modified xsi:type="dcterms:W3CDTF">2026-09-27T05:35:52Z</dcterms:modified>
</cp:coreProperties>
</file>